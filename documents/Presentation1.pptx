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53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3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1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81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4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17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4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6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4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5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96B36-55D1-4D37-AAA6-34E850D5E2E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61F63-A3B8-4D0D-8627-F84B4DF1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7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87550" y="565142"/>
            <a:ext cx="3492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smtClean="0"/>
              <a:t>www.farshidalaeddini.com</a:t>
            </a:r>
            <a:r>
              <a:rPr lang="en-US" dirty="0"/>
              <a:t>/</a:t>
            </a:r>
          </a:p>
        </p:txBody>
      </p:sp>
      <p:sp>
        <p:nvSpPr>
          <p:cNvPr id="5" name="Rectangle 4"/>
          <p:cNvSpPr/>
          <p:nvPr/>
        </p:nvSpPr>
        <p:spPr>
          <a:xfrm>
            <a:off x="4230622" y="565142"/>
            <a:ext cx="1075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dirty="0" smtClean="0"/>
              <a:t>سایت مشابه</a:t>
            </a:r>
            <a:endParaRPr lang="en-US" dirty="0"/>
          </a:p>
        </p:txBody>
      </p:sp>
      <p:cxnSp>
        <p:nvCxnSpPr>
          <p:cNvPr id="7" name="Straight Arrow Connector 6"/>
          <p:cNvCxnSpPr>
            <a:stCxn id="5" idx="1"/>
            <a:endCxn id="3" idx="3"/>
          </p:cNvCxnSpPr>
          <p:nvPr/>
        </p:nvCxnSpPr>
        <p:spPr>
          <a:xfrm>
            <a:off x="4230622" y="749808"/>
            <a:ext cx="2494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97" y="1119140"/>
            <a:ext cx="10217839" cy="57475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177272" y="1920240"/>
            <a:ext cx="612648" cy="722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dirty="0" smtClean="0"/>
              <a:t>لوگو شرکت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8641080" y="1920240"/>
            <a:ext cx="1536192" cy="7223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dirty="0" smtClean="0"/>
              <a:t>پژوهشگران سلامت شفا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10177272" y="2642616"/>
            <a:ext cx="536448" cy="32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b="1" dirty="0" smtClean="0"/>
              <a:t>درباره ما</a:t>
            </a:r>
            <a:endParaRPr lang="en-US" sz="1200" b="1" dirty="0"/>
          </a:p>
        </p:txBody>
      </p:sp>
      <p:sp>
        <p:nvSpPr>
          <p:cNvPr id="18" name="Rectangle 17"/>
          <p:cNvSpPr/>
          <p:nvPr/>
        </p:nvSpPr>
        <p:spPr>
          <a:xfrm>
            <a:off x="9720072" y="2642616"/>
            <a:ext cx="537972" cy="32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100" b="1" dirty="0" smtClean="0"/>
              <a:t>تیم علمی</a:t>
            </a:r>
            <a:endParaRPr lang="en-US" sz="1100" b="1" dirty="0"/>
          </a:p>
        </p:txBody>
      </p:sp>
      <p:sp>
        <p:nvSpPr>
          <p:cNvPr id="19" name="Rectangle 18"/>
          <p:cNvSpPr/>
          <p:nvPr/>
        </p:nvSpPr>
        <p:spPr>
          <a:xfrm>
            <a:off x="8833104" y="2642616"/>
            <a:ext cx="846582" cy="32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100" b="1" dirty="0" smtClean="0"/>
              <a:t>سازمانهای طرف قرارداد</a:t>
            </a:r>
            <a:endParaRPr lang="en-US" sz="1100" b="1" dirty="0"/>
          </a:p>
        </p:txBody>
      </p:sp>
      <p:sp>
        <p:nvSpPr>
          <p:cNvPr id="20" name="Rectangle 19"/>
          <p:cNvSpPr/>
          <p:nvPr/>
        </p:nvSpPr>
        <p:spPr>
          <a:xfrm>
            <a:off x="7946136" y="2642616"/>
            <a:ext cx="846582" cy="32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100" b="1" dirty="0" smtClean="0"/>
              <a:t>طرحهای در دست اجرا</a:t>
            </a:r>
            <a:endParaRPr lang="en-US" sz="1100" b="1" dirty="0"/>
          </a:p>
        </p:txBody>
      </p:sp>
      <p:sp>
        <p:nvSpPr>
          <p:cNvPr id="21" name="Rectangle 20"/>
          <p:cNvSpPr/>
          <p:nvPr/>
        </p:nvSpPr>
        <p:spPr>
          <a:xfrm>
            <a:off x="7059168" y="2642616"/>
            <a:ext cx="846582" cy="32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100" b="1" dirty="0" smtClean="0"/>
              <a:t>متون علمی</a:t>
            </a:r>
            <a:endParaRPr lang="en-US" sz="1100" b="1" dirty="0"/>
          </a:p>
        </p:txBody>
      </p:sp>
      <p:sp>
        <p:nvSpPr>
          <p:cNvPr id="22" name="Rectangle 21"/>
          <p:cNvSpPr/>
          <p:nvPr/>
        </p:nvSpPr>
        <p:spPr>
          <a:xfrm>
            <a:off x="6446520" y="2647188"/>
            <a:ext cx="572262" cy="32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100" b="1" dirty="0" smtClean="0"/>
              <a:t>کتب</a:t>
            </a:r>
            <a:endParaRPr lang="en-US" sz="1100" b="1" dirty="0"/>
          </a:p>
        </p:txBody>
      </p:sp>
      <p:sp>
        <p:nvSpPr>
          <p:cNvPr id="23" name="Rectangle 22"/>
          <p:cNvSpPr/>
          <p:nvPr/>
        </p:nvSpPr>
        <p:spPr>
          <a:xfrm>
            <a:off x="5306558" y="2642616"/>
            <a:ext cx="1074720" cy="32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100" b="1" dirty="0" smtClean="0"/>
              <a:t>ژورنال واچ اپیدمیولوژی و آمار</a:t>
            </a:r>
            <a:endParaRPr lang="en-US" sz="1100" b="1" dirty="0"/>
          </a:p>
        </p:txBody>
      </p:sp>
      <p:sp>
        <p:nvSpPr>
          <p:cNvPr id="24" name="Rectangle 23"/>
          <p:cNvSpPr/>
          <p:nvPr/>
        </p:nvSpPr>
        <p:spPr>
          <a:xfrm>
            <a:off x="7159752" y="3227832"/>
            <a:ext cx="2395728" cy="269748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b="1" dirty="0" smtClean="0"/>
              <a:t>کتب</a:t>
            </a:r>
            <a:endParaRPr lang="en-US" sz="3600" b="1" dirty="0"/>
          </a:p>
        </p:txBody>
      </p:sp>
      <p:sp>
        <p:nvSpPr>
          <p:cNvPr id="25" name="Rectangle 24"/>
          <p:cNvSpPr/>
          <p:nvPr/>
        </p:nvSpPr>
        <p:spPr>
          <a:xfrm>
            <a:off x="4599432" y="3191256"/>
            <a:ext cx="2395728" cy="269748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b="1" dirty="0" smtClean="0"/>
              <a:t>متون علمی</a:t>
            </a:r>
            <a:endParaRPr lang="en-US" sz="3600" b="1" dirty="0"/>
          </a:p>
        </p:txBody>
      </p:sp>
      <p:sp>
        <p:nvSpPr>
          <p:cNvPr id="26" name="Rectangle 25"/>
          <p:cNvSpPr/>
          <p:nvPr/>
        </p:nvSpPr>
        <p:spPr>
          <a:xfrm>
            <a:off x="2039112" y="3191256"/>
            <a:ext cx="2395728" cy="269748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b="1"/>
              <a:t>ژورنال واچ اپیدمیولوژی و آمار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10260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18757</TotalTime>
  <Words>38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14</cp:revision>
  <dcterms:created xsi:type="dcterms:W3CDTF">2024-08-26T09:13:54Z</dcterms:created>
  <dcterms:modified xsi:type="dcterms:W3CDTF">2025-03-08T13:13:13Z</dcterms:modified>
</cp:coreProperties>
</file>